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2C2C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C2C2C"/>
                </a:solidFill>
                <a:latin typeface="Georgia"/>
              </a:rPr>
              <a:t>비용 구성 (단위: 천원)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bubble3D val="0"/>
            <c:spPr>
              <a:solidFill>
                <a:srgbClr val="C9A961"/>
              </a:solidFill>
              <a:effectLst/>
            </c:spPr>
          </c:dPt>
          <c:dPt>
            <c:idx val="2"/>
            <c:bubble3D val="0"/>
            <c:spPr>
              <a:solidFill>
                <a:srgbClr val="A7BEAE"/>
              </a:solidFill>
              <a:effectLst/>
            </c:spPr>
          </c:dPt>
          <c:dPt>
            <c:idx val="3"/>
            <c:bubble3D val="0"/>
            <c:spPr>
              <a:solidFill>
                <a:srgbClr val="8B7355"/>
              </a:solidFill>
              <a:effectLst/>
            </c:spPr>
          </c:dPt>
          <c:dPt>
            <c:idx val="4"/>
            <c:bubble3D val="0"/>
            <c:spPr>
              <a:solidFill>
                <a:srgbClr val="6B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항공권</c:v>
                </c:pt>
                <c:pt idx="1">
                  <c:v>숙박 (4박)</c:v>
                </c:pt>
                <c:pt idx="2">
                  <c:v>식사</c:v>
                </c:pt>
                <c:pt idx="3">
                  <c:v>JR 패스</c:v>
                </c:pt>
                <c:pt idx="4">
                  <c:v>입장료·기타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525</c:v>
                </c:pt>
                <c:pt idx="1">
                  <c:v>550</c:v>
                </c:pt>
                <c:pt idx="2">
                  <c:v>400</c:v>
                </c:pt>
                <c:pt idx="3">
                  <c:v>120</c:v>
                </c:pt>
                <c:pt idx="4">
                  <c:v>100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dir/Kansai+International+Airport/Kyoto+Station/Gion/Pontocho" TargetMode="External"/><Relationship Id="rId2" Type="http://schemas.openxmlformats.org/officeDocument/2006/relationships/hyperlink" Target="https://www.google.com/maps/dir/Kiyomizu-dera/Sannenzaka/Kodai-ji/Yasaka+Shrine/Shirakawa+Gion" TargetMode="External"/><Relationship Id="rId3" Type="http://schemas.openxmlformats.org/officeDocument/2006/relationships/hyperlink" Target="https://www.google.com/maps/dir/Kinkaku-ji/Ryoan-ji/Arashiyama+Bamboo+Grove/Togetsukyo/Tenryu-ji/Nishiki+Market" TargetMode="External"/><Relationship Id="rId4" Type="http://schemas.openxmlformats.org/officeDocument/2006/relationships/hyperlink" Target="https://www.google.com/maps/dir/Fushimi+Inari+Taisha/Byodo-in/Osaka+Castle/Dotonbori" TargetMode="External"/><Relationship Id="rId5" Type="http://schemas.openxmlformats.org/officeDocument/2006/relationships/hyperlink" Target="https://www.google.com/maps/dir/Umeda+Sky+Building/Kuromon+Ichiba/Namba+Station/Kansai+International+Airport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大阪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 · OSAKA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교토 3일 · 오사카 1일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여행 일정표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4754880" y="3611880"/>
            <a:ext cx="137160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8404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10 (금) ~ 07. 14 (화)  ·  4박 5일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인원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성인 8명 (대학 교수·직원)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인천(ICN) ↔ 간사이(KIX) 직항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숙소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 3박 (가와라마치/기온) + 오사카 1박 (난바/우메다)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6126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2026.05.27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5일간의 여정 한눈에 보기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12140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2121408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07.10 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입국 &amp; 교토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9304" y="3246120"/>
            <a:ext cx="54864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29000"/>
            <a:ext cx="184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 → 간사이공항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하루카 특급 → 교토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기온·폰토초 저녁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1554480"/>
            <a:ext cx="212140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61488" y="1554480"/>
            <a:ext cx="212140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554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61488" y="21488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07.11 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52928" y="2514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교토 동부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47872" y="3246120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8648" y="3429000"/>
            <a:ext cx="184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기요미즈데라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산넨자카·고다이지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야사카·기온 시라카와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0056" y="1554480"/>
            <a:ext cx="212140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0056" y="1554480"/>
            <a:ext cx="2121408" cy="4572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1554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0056" y="21488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07.12 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496" y="2514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교토 북서부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806440" y="3246120"/>
            <a:ext cx="548640" cy="274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3429000"/>
            <a:ext cx="184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금각사·료안지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아라시야마 대나무숲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도게쓰교·텐류지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212140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78624" y="1554480"/>
            <a:ext cx="2121408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78624" y="1554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78624" y="21488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07.13 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70064" y="2514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교토 → 오사카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65008" y="3246120"/>
            <a:ext cx="54864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15784" y="3429000"/>
            <a:ext cx="184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후시미 이나리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우지·뵤도인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오사카성·도톤보리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37192" y="1554480"/>
            <a:ext cx="212140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37192" y="1554480"/>
            <a:ext cx="2121408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7192" y="1554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37192" y="21488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07.14 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28632" y="2514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오사카 &amp; 귀국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323576" y="3246120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74352" y="3429000"/>
            <a:ext cx="18470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우메다·구로몬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간사이공항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 귀국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07.10 (금) · 입국 &amp; 교토 이동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(Timeline)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36576" cy="4389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85623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인천공항 출발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대한항공/아시아나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간사이공항 도착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입국 수속 약 1시간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" y="3172968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 하루카 → 교토역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단체석 사전예약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8992" y="3831336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581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숙소 체크인 (가와라마치)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78992" y="4489704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16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기온(祇園) 거리 산책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워밍업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78992" y="514807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저녁: 폰토초 가이세키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사전예약 필수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325880"/>
            <a:ext cx="4846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0" y="132588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동선 (Google Maps)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Kansai공항 → 교토역 → 기온 → 폰토초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MD 파일의 링크로 바로 열기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38862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3886200"/>
            <a:ext cx="73152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포인트 / 유의사항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4434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하루카 단체석 미리 예매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가이세키 식당 2주 전 예약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첫날은 가볍게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07.11 (토) · 교토 동부 세계유산 코스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(Timeline)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36576" cy="4389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85623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기요미즈데라(清水寺)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입장료 ¥400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산넨자카·니넨자카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기념품·말차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" y="3172968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점심: 유도후 오쿠탄(奥丹)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8인 단체예약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8992" y="3831336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581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고다이지 + 네네노미치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78992" y="4489704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16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야사카 신사 → 마루야마 공원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8992" y="514807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 시라카와 산책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게이샤 거리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78992" y="580644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7332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저녁: 교토 와규 데판야키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6025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사전예약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325880"/>
            <a:ext cx="4846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32588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동선 (Google Maps)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기요미즈데라 → 산넨자카 → 고다이지 → 야사카 → 시라카와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MD 파일의 링크로 바로 열기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38862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3886200"/>
            <a:ext cx="73152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포인트 / 유의사항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78040" y="4434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일정 도보 가능 (동선 효율 ↑)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오후 햇볕 강함 → 양산 필수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기온 골목 사진 명소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07.12 (일) · 교토 북서부 &amp; 아라시야마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(Timeline)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36576" cy="4389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85623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금각사(金閣寺)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입장료 ¥500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료안지(龍安寺) 석정원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도보 20분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" y="3172968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아라시야마 이동 + 점심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가이세키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8992" y="3831336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581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대나무숲(竹林の道)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명소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78992" y="4489704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16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도게쓰교 + 호즈가와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" y="514807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텐류지(天龍寺) 정원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세계유산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78992" y="580644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7332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시내 복귀 → 니시키 시장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3040" y="6025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자유시간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1325880"/>
            <a:ext cx="4846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132588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동선 (Google Maps)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8660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금각사 → 료안지 → 아라시야마 → 도게쓰교 → 텐류지 → 니시키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866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MD 파일의 링크로 바로 열기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38862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0" y="3886200"/>
            <a:ext cx="73152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포인트 / 유의사항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78040" y="4434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점보택시 2대 추천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아라시야마는 오전이 한산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대나무숲은 이른 오후가 빛 좋음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07.13 (월) · 교토 남부 → 오사카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(Timeline)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36576" cy="4389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85623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후시미 이나리 신사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 개의 도리이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우지 → 뵤도인(平等院)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10엔 동전 도안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" y="3172968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981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점심: 우지 말차 가이세키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예약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8992" y="3831336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581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JR로 오사카 이동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50분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78992" y="4489704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16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숙소 체크인 (난바/우메다)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8992" y="514807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오사카 성 외관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78992" y="580644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7332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도톤보리·신사이바시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6025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쿠시카츠·타코야키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325880"/>
            <a:ext cx="4846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32588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동선 (Google Maps)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후시미 이나리 → 뵤도인 → 오사카성 → 도톤보리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MD 파일의 링크로 바로 열기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38862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3886200"/>
            <a:ext cx="73152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포인트 / 유의사항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78040" y="4434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짐은 호텔 → 호텔 택배 서비스 활용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후시미는 이른 아침이 시원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도톤보리 저녁은 자유식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07.14 (화) · 오사카 &amp; 귀국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(Timeline)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36576" cy="43891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85623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우메다 공중정원 / 구로몬 시장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8992" y="2514600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4144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체크아웃 + 짐 보관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8992" y="3172968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점심: 한큐백화점 데파치카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392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도시락·스시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78992" y="3831336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5818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난카이 라피트 → 간사이공항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45분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8992" y="4489704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16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KIX 출발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8992" y="5148072"/>
            <a:ext cx="256032" cy="256032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0749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인천공항 도착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1325880"/>
            <a:ext cx="4846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132588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동선 (Google Maps)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1874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우메다 → 구로몬 → 난바 → 간사이공항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MD 파일의 링크로 바로 열기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38862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3886200"/>
            <a:ext cx="73152" cy="2286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포인트 / 유의사항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78040" y="44348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면세 쇼핑은 데파치카 이후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라피트 좌석 사전 지정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비행기 3시간 전 도착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항공편 &amp; 현지 교통 패스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✈  항공편 (인천 ↔ 간사이 직항)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항공편 (예시)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비행 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07/10 (금) 09:30 → 11:30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KE723 / OZ112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1시간 50분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귀국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07/14 (화) 17:30 → 19:30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KE724 / OZ113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1시간 50분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🚆  교통 패스 &amp; 현지 이동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4480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4480560"/>
            <a:ext cx="37490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JR 간사이 와이드 패스 5일권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029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하루카·우지·오사카·후시미 모두 커버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¥12,000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61688" y="4480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61688" y="4480560"/>
            <a:ext cx="37490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44568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 점보택시 (8인승)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44568" y="5029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 시내 이동 시 2대 분산 추천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44568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시간제 ¥6,000~/h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66176" y="4480560"/>
            <a:ext cx="3749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6176" y="4480560"/>
            <a:ext cx="37490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ICOCA 카드 / 모바일 스이카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49056" y="5029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지하철·버스·편의점 통합 결제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49056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식당 사전예약 리스트 (필수)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8인 단체석은 반드시 사전예약 — 카이세키/유도후/와규 식당은 1~2주 전 확정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3931920"/>
                <a:gridCol w="237744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식당 / 메뉴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예약 시점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폰토초 가이세키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2주 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강변 가와도코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오쿠탄(奥丹) 유도후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1주 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전통 두부 코스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교토 와규 데판야키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1주 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예산 ¥15,000~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아라시야마 가이세키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1주 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정원 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우지 말차 가이세키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1주 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디저트 포함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도톤보리 자유식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쿠시카츠·타코야키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카이세키 식당 대부분 한국어 예약 불가 → 호텔 컨시어지 또는 OMAKASE 사이트 이용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준비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7월 중순 일본 — 준비물 체크리스트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269748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날씨 대비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우산 / 우비 (장마 끝물)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휴대용 선풍기·쿨토시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양산·모자 (자외선)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휴대용 물병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54480"/>
            <a:ext cx="269748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복장 / 신발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통기성 좋은 의류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편한 운동화 (1.5만보+)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료칸용 양말·실내복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겉옷 1벌 (실내 냉방)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554480"/>
            <a:ext cx="2697480" cy="6400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결제 / 통신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ICOCA 또는 모바일 스이카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엔화 현금 (¥3만 권장)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신용카드 (해외 사용 가능)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포켓 와이파이 또는 eSIM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1554480"/>
            <a:ext cx="2697480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554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서류 / 기타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23774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여권 (잔여 6개월+)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여행자 보험 증서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 비자 신청 (Visit Japan Web)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비상약·자외선 차단제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1인 예상 경비 (참고)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5029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1인 (₩)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8인 합계 (₩)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항공권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숙박 (4박)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식사 (5일)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JR 패스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입장료·기타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 (예상)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0" y="5897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항공권은 6월 초 예약 기준 / 숙박은 4성급 트윈 기준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228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일자별 Google Maps 동선 링크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19072"/>
            <a:ext cx="9144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190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간사이공항 → 교토역 → 기온 → 폰토초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9476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pPr indent="0" marL="0">
              <a:buNone/>
            </a:pPr>
            <a:r>
              <a:rPr lang="en-US" sz="1100" i="1" u="sng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Maps에서 열기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33472"/>
            <a:ext cx="9144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33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514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기요미즈데라 → 산넨자카 → 고다이지 → 야사카신사 → 시라카와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862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pPr indent="0" marL="0">
              <a:buNone/>
            </a:pPr>
            <a:r>
              <a:rPr lang="en-US" sz="1100" i="1" u="sng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Maps에서 열기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47872"/>
            <a:ext cx="9144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47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금각사 → 료안지 → 아라시야마 → 도게쓰교 → 텐류지 → 니시키시장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3776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pPr indent="0" marL="0">
              <a:buNone/>
            </a:pPr>
            <a:r>
              <a:rPr lang="en-US" sz="1100" i="1" u="sng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Maps에서 열기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9768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462272"/>
            <a:ext cx="9144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62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후시미 이나리 → 뵤도인 → 오사카성 → 도톤보리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28800" y="4690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pPr indent="0" marL="0">
              <a:buNone/>
            </a:pPr>
            <a:r>
              <a:rPr lang="en-US" sz="1100" i="1" u="sng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Maps에서 열기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212080"/>
            <a:ext cx="73152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376672"/>
            <a:ext cx="9144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76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2880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우메다 공중정원 → 구로몬시장 → 난바 → 간사이공항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56052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pPr indent="0" marL="0">
              <a:buNone/>
            </a:pPr>
            <a:r>
              <a:rPr lang="en-US" sz="1100" i="1" u="sng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Maps에서 열기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교토·오사카 여행 · 2026.07.10–14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0" y="6556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ありがとうございました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좋은 여행 되세요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166360" y="3931920"/>
            <a:ext cx="18288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교토 3일 · 오사카 1일 · 8명의 특별한 5일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10 — 07. 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/ 일정 변경 요청은 언제든지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Kyoto-Osaka Trip Itinerary</dc:title>
  <dc:subject>PptxGenJS Presentation</dc:subject>
  <dc:creator>Trip Planner</dc:creator>
  <cp:lastModifiedBy>Trip Planner</cp:lastModifiedBy>
  <cp:revision>1</cp:revision>
  <dcterms:created xsi:type="dcterms:W3CDTF">2026-05-26T15:12:21Z</dcterms:created>
  <dcterms:modified xsi:type="dcterms:W3CDTF">2026-05-26T15:12:21Z</dcterms:modified>
</cp:coreProperties>
</file>